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Versão revisada: 28/10/2026 · corte da busca: 31/08/2026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estruturar uma especificação técnica e pedagógica de protótipo para apoiar a interpretação docente da aprendizagem matemática a partir das evidências e técnicas computacionais identificadas na literatura?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Propor uma especificação técnica e pedagógica de protótipo para apoiar a interpretação docente da aprendizagem matemática, fundamentada no mapeamento e na análise da literatura científica.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Categorizar técnicas computacionais e finalidades pedagógicas na literatura mapeada.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3756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Identificar limitações e lacunas técnicas, pedagógicas, metodológicas e éticas.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Formular requisitos, critérios de dados e modelos e arquitetura de referência para o protótipo.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33756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Propor um protocolo para avaliar a viabilidade e a coerência da especificação conceitual; aplicação 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2870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Revisão, MMAT preliminar e pipeline são meios. O protocolo proposto avalia a especificação conceitual; aplicação pendente. Experimento do protótipo é contingência.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de conhecimentos, habilidades, atitudes e valores para resolver demandas.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Neste TCC: mudanças no que o estudante sabe e consegue fazer ao longo do tempo.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ao conjunto retido provisoriamente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recorte versionado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submetidos à priorização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nessa etapa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A priorização dos 2.486 registros usa metadados/resumos e não equivale à elegibilidade em texto completo; títulos repetidos seguem para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operacional do processo de seleção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511" y="960120"/>
            <a:ext cx="7942217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Representação operacional própria; não reproduz todas as etapas do diagrama PRISMA 2020.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63204"/>
            <a:ext cx="5623560" cy="371447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recorte versionado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6227"/>
            <a:ext cx="5486400" cy="2202425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027" y="1143000"/>
            <a:ext cx="3650745" cy="2468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recorte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as contagens representam a fonte da versão mantida após a deduplicação DOI/URL (11.877 registros).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Conjunto retido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empíricos mantidos provisoriamente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texto integral pendente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Desfecho da seleção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Dos 18 registros selecionados preliminarmente, um foi excluído após o resumo. Dos 17 relatórios procurados, um não foi recuperado e 16 foram avaliados em texto completo; um protocolo sem resultados concluídos foi excluído após essa avaliação e 15 registros empíricos permanecem provisoriamente no núcleo. Os 15 estudos têm apreciação preliminar, incluindo rotas operacionais explícitas; o relatório não recuperado não recebeu MMAT.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Exemplos observados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Há classificação e predição de resultados matemáticos, com RF, SVM, árvores e redes neurais entre as alternativas examinadas. Categorias operacionais de desempenho não equivalem automaticamente a níveis de proficiência validados.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15 registros provisórios. S1/S2 e Q1–Q5: 15. Estudos 5/7: categoria 3 operacional; 14: sorteio contraditório; 8: categoria 4 adaptada. Um texto não recuperado, sem MMAT. Conferência humana pendente.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O recorte examinado oferece exemplos auditáveis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Limitações localizadas nos estudos consultados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097280"/>
            <a:ext cx="59436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He et al.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turmas de 45 estudantes são descritas, mas a amostra declarada é n=90; docentes também se distribuem de modo desigual entre condições (pp. 1, 16, 31–35). Isso exige cautela com denominadores e possível confundimento.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59436" cy="1737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Villegas-Ch et al. (2025)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Os métodos descrevem seis semanas, mas a subanálise de programação reporta resultados na oitava, sem conciliação nos trechos consultados (pp. 14, 22). Não se deve impor duração única à síntese.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063239"/>
            <a:ext cx="59436" cy="1737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Nyantah et al. (2025)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A alocação é descrita de modo incompatível; há diferença no pré-teste e a intervenção combina animação e jigsaw (pp. 101–105). O resultado não deve ser atribuído à animação isoladamente.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063239"/>
            <a:ext cx="59436" cy="1737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Echeveria et al. (2025)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itens usados para formar categorias também aparecem entre os preditores selecionados (pp. 66, 69–70). A classificação não estabelece diagnóstico independente.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74920"/>
            <a:ext cx="1056132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334155"/>
                </a:solidFill>
                <a:latin typeface="Arial"/>
              </a:rPr>
              <a:t>Estes exemplos localizados não estimam a frequência da literatura. Quinze registros permanecem provisoriamente no núcleo; há 15 triagens S1/S2 e 15 apreciações por categoria, com rotas operacionais explicitamente limitadas. Um relatório não recuperado não recebeu MMAT; um registro foi excluído após resumo e um protocolo após texto completo.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especificação conceitual; aplicação pendente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26 grupos rastreáveis: R02 separa conceitos; R20 exige separar treino, validação e teste.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um texto integral pendente, sem MMAT
• fontes e idiomas delimitados
• MMAT: 15 triagens e apreciações; rotas operacionais e conferência humana pendente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Versão revisada: 28/10/2026 · corte da busca: 31/08/2026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