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Snapshot adjudicado: 03/09/2026 · recorte temporal: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à população retida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snapshot adjudicado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na elegibilidade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elegibilidade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669280"/>
            <a:ext cx="100584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A remoção determinística por DOI/URL precede a triagem. Igualdade de título permaneceu como candidato à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PRISMA do snapshot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Figura versionada e sincronizada com os artefatos públicos do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9086"/>
            <a:ext cx="5623560" cy="37427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snapshot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5734"/>
            <a:ext cx="5486400" cy="2203412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snapshot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População retida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candidatos empíricos provisórios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protocolo ou proposta contextual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 que entra na síntese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A síntese de evidências e a apreciação MMAT aplicável consideram os 17 candidatos empíricos. O protocolo/proposta contextual foi mantido para rastreabilidade do mapeamento, mas não sustenta resultado empírico concluído.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Apreciação preliminar por um único revisor: nove registros com texto primário revisado e oito com base em resumo/metadados.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Lacunas documentadas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Explicabilidade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Pouca clareza sobre como as saídas chegam à interpretação pedagógica.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14300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Currículo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Alinhamento explícito com referenciais curriculares aparece de forma limitada.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79" y="114300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59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Participação docente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Decisões de projeto nem sempre incorporam o professor como intérprete.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Equidade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Análises de possíveis vieses e diferenças entre grupos são escassas.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2971800"/>
            <a:ext cx="59436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Reprodutibilidade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Dados, códigos e detalhes de preparação nem sempre estão disponíveis.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2971800"/>
            <a:ext cx="59436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Validações permanecem restritas a populações e cenários específicos.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Essas lacunas foram tratadas como requisitos de projeto — não como prova de que uma solução futura será eficaz.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parte da apreciação baseada em resumo/metadados
• fontes e idiomas delimitados
• MMAT preliminar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Snapshot adjudicado: 03/09/2026 · recorte temporal: 2015–2026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