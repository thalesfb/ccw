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Revisão atualizada: 12/10/2026 · corte da busca: 31/08/2026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avaliação futura dos aspectos técnicos e de adequação pedagógica.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 metodológicos. Propor o protocolo não equivale a executá-lo nem comprova eficácia pedagógica.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ao conjunto retido provisoriamente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snapshot adjudicado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submetidos à priorização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nessa etapa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A priorização dos 2.486 registros usa metadados/resumos e não equivale à elegibilidade em texto completo; títulos repetidos seguem para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operacional do processo de seleção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Representação operacional própria; não reproduz todas as etapas do diagrama PRISMA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50666"/>
            <a:ext cx="5623560" cy="37395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snapshot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6227"/>
            <a:ext cx="5486400" cy="2202425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60" y="1143000"/>
            <a:ext cx="3455879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snapshot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Conjunto retido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estudos empíricos incluídos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textos integrais pendentes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Desfecho da seleção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Dos 18 registros shortlistados, 12 estudos empíricos foram incluídos, quatro relatórios não foram recuperados, um registro foi excluído após o resumo e um protocolo sem resultados concluídos foi excluído após texto completo. Os quatro pendentes não receberam MMAT.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MMAT preliminar em 12 estudos incluídos, com texto integral consultado, por revisor único. Quatro textos não recuperados não receberam MMAT; um registro foi excluído após resumo e um protocolo após texto completo.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Limitações localizadas nos estudos consultados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097280"/>
            <a:ext cx="59436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He et al.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turmas de 45 estudantes são descritas, mas a amostra declarada é n=90; docentes também se distribuem de modo desigual entre condições (pp. 1, 16, 31–35). Isso exige cautela com denominadores e possível confundimento.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9436" cy="1737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Villegas-Ch et al. (2025)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Os métodos descrevem seis semanas, mas os resultados chegam à oitava, sem conciliação nos trechos consultados (pp. 14, 22). Não se deve impor duração única à síntese.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063239"/>
            <a:ext cx="59436" cy="1737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Nyantah et al.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A alocação é descrita de modo incompatível; há diferença no pré-teste e a intervenção combina animação e jigsaw (pp. 101–105). O resultado não deve ser atribuído à animação isoladamente.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9436" cy="1737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Echeveria et al.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itens usados para formar categorias também aparecem entre os preditores selecionados (pp. 66, 69–70). A classificação não estabelece diagnóstico independente.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56132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rial"/>
              </a:rPr>
              <a:t>Estes exemplos localizados não estimam a frequência da literatura. O núcleo tem 12 estudos incluídos, avaliados em texto integral por um revisor; quatro relatórios não recuperados não receberam MMAT. Um registro foi excluído após resumo e um protocolo após texto completo.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quatro textos integrais pendentes, sem MMAT
• fontes e idiomas delimitados
• MMAT preliminar nos 12 estudos incluídos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Revisão atualizada: 12/10/2026 · corte da busca: 31/08/2026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