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086"/>
            <a:ext cx="5623560" cy="37427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revisor: 12 textos primários consultados (9 arquivados e 3 externos) e 5 avaliações com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