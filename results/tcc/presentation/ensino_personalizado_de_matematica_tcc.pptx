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086"/>
            <a:ext cx="5623560" cy="37427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5734"/>
            <a:ext cx="5486400" cy="22034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revisor: 12 textos primários consultados (9 arquivados e 3 externos) e 5 avaliações com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os resultados chegam à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34155"/>
                </a:solidFill>
                <a:latin typeface="Arial"/>
              </a:rPr>
              <a:t>Exemplos localizados, não estimam a frequência da literatura. Cobertura: 12 de 17 textos primários; os demais foram apreciados por resumo/metadados. MMAT preliminar, por revisor único.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