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Versão revisada: 15/10/2026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avaliar a viabilidade e a coerência da especificação conceitual; aplicação 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meios. O protocolo proposto avalia a especificação conceitual; aplicação pendente. Experimento do protótipo é contingência.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recorte versionado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0666"/>
            <a:ext cx="5623560" cy="37395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recorte versionado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recorte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empíricos mantidos provisoriamente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selecionados preliminarmente, um foi excluído após o resumo. Dos 17 relatórios procurados, um não foi recuperado e 16 foram avaliados em texto completo; um protocolo sem resultados concluídos foi excluído após essa avaliação e 15 registros empíricos permanecem provisoriamente no núcleo. O estudo 8 aguarda adjudicação de elegibilidade e unidade de análise; o relatório não recuperado não recebeu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Exemplos observados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Há classificação e predição de resultados matemáticos, com RF, SVM, árvores e redes neurais entre as alternativas examinadas. Categorias operacionais de desempenho não equivalem automaticamente a níveis de proficiência validados.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15 registros provisórios. S1/S2: 14; Q1–Q5: 11. Estudos 5, 7 e 14 aguardam categoria; estudo 8 aguarda unidade. Um texto não recuperado, sem MMAT. Conferência humana pendente.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O recorte examinado oferece exemplos auditáveis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a subanálise de programação reporta resultados na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Quinze registros permanecem provisoriamente no núcleo; há 14 triagens S1/S2 e 11 apreciações por categoria, e o estudo 8 segue sem respostas até adjudicação da unidade. Um relatório não recuperado não recebeu MMAT;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MMAT: 14 triagens, 11 apreciações por categoria; estudo 8 sem avaliação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Versão revisada: 15/10/2026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