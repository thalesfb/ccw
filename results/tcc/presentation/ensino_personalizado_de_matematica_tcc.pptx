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Versão revisada: 15/10/2026 · corte da busca: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recorte versionado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0666"/>
            <a:ext cx="5623560" cy="37395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recorte versionado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recorte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empíricos mantidos provisoriamente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 integral pendente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da seleção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selecionados preliminarmente, um foi excluído após o resumo. Dos 17 relatórios procurados, um não foi recuperado e 16 foram avaliados em texto completo; um protocolo sem resultados concluídos foi excluído após essa avaliação e 15 registros empíricos permanecem provisoriamente no núcleo. O estudo 8 aguarda adjudicação de elegibilidade e unidade de análise; o relatório não recuperado não recebeu MMAT.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15 empíricos provisórios. S1/S2: 14; Q1–Q5: 11. Estudos 5, 7 e 14 aguardam categoria; estudo 8 aguarda unidade. Um texto não recuperado, sem MMAT. Julgamentos de revisor único.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a subanálise de programação reporta resultados na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Estes exemplos localizados não estimam a frequência da literatura. Quinze registros permanecem provisoriamente no núcleo; há 14 triagens S1/S2 e 11 apreciações por categoria, e o estudo 8 segue sem respostas até adjudicação da unidade. Um relatório não recuperado não recebeu MMAT; um registro foi excluído após resumo e um protocolo após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um texto integral pendente, sem MMAT
• fontes e idiomas delimitados
• MMAT: 14 triagens, 11 apreciações por categoria; estudo 8 sem avaliação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Versão revisada: 15/10/2026 · corte da busca: 31/08/2026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