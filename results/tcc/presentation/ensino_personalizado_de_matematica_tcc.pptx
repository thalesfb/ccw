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5687568"/>
            <a:ext cx="1033272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73737"/>
                </a:solidFill>
                <a:latin typeface="Arial"/>
              </a:rPr>
              <a:t>Instituto Federal Catarinense — Campus Videira
Rascunho histórico, não usar na defesa · fluxo reconciliado em 31/10/2026 · reaplicação da emenda pendente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avaliar a viabilidade e a coerência da especificação conceitual; aplicação 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meios. O protocolo proposto avalia a especificação conceitual; aplicação pendente. Experimento do protótipo é contingência.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histórico antes da reaplicação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6858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Fluxo histórico reconciliado em 31/10/2026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duplicatas removidas
27 DOI/URL + 2 confirmadas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triados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priorizados no fluxo antigo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não avançaram pelo corte antigo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na lista histórica de leitura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seleção de 15 estudos e o corte 4,0 pertencem à execução anterior. A emenda remove o score como exclusão; sua reaplicação uniforme ainda está pendente.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511" y="960120"/>
            <a:ext cx="7942217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9043"/>
            <a:ext cx="5623560" cy="37227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29 relatórios duplicados: 27 por DOI/URL e 2 confirmados manualmente como o mesmo relatório.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recorte versionado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11.875 registros da seleção histórica reconciliada.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27" y="1143000"/>
            <a:ext cx="3650745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recorte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as contagens descrevem os 11.875 registros da população histórica após a reconciliação de identidade.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na lista histórica de leitura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estudos históricos antes da emenda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histórico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na lista antiga, um foi excluído após resumo. Dos 17 relatórios procurados, um não foi recuperado e 16 foram avaliados em texto completo; um protocolo foi excluído. Restaram 15 estudos na seleção histórica, ainda não reaplicada ao protocolo emendado. O MMAT precisa acompanhar a seleção revisada.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Exemplos observados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Há classificação e predição de resultados matemáticos, com RF, SVM, árvores e redes neurais entre as alternativas examinadas. Categorias operacionais de desempenho não equivalem automaticamente a níveis de proficiência validados.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Seleção histórica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15 estudos pré-emenda. S1/S2 e Q1–Q5: 15 conjuntos. Estudos 5/7: cat. 3 operacional; 14: sorteio contraditório; 8: cat. 4 adaptada. O relatório não recuperado não recebeu MMAT. Reaplicação e conferência humana pendentes.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O recorte examinado oferece exemplos auditáveis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a subanálise de programação reporta resultados na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Exemplos da seleção histórica (n=15); não estimam a frequência da literatura. MMAT e síntese deverão ser reaplicados após a revisão do corpus. Um relatório não recuperado não recebeu MMAT; houve exclusões após resumo e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especificação conceitual; aplicação pendente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26 grupos rastreáveis: R02 separa conceitos; R20 exige separar treino, validação e teste.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MMAT: 15 triagens e apreciações; rotas operacionais e conferência humana pendente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Rascunho histórico, não usar na defesa · seleção pré-emenda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