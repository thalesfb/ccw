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para apoiar a interpretação docente de evidências de desempenho em matemática, com base na literatura e nos limites das inferências sobre competências e aprendizagem?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para apoiar a interpretação docente de evidências de desempenho em matemática, fundamentada na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elegibilidade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elegibilidade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PRISMA do snapshot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086"/>
            <a:ext cx="5623560" cy="37427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560" y="1143000"/>
            <a:ext cx="5403680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